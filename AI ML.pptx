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3D78C-14D0-4CCE-8F3F-B456BACC8784}" v="27" dt="2025-10-31T07:03:58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SINGH" userId="62f14ec854ae5da0" providerId="LiveId" clId="{87F00338-0600-49C2-B9FB-8B047CF8579B}"/>
    <pc:docChg chg="undo redo custSel addSld delSld modSld sldOrd">
      <pc:chgData name="AAYUSH SINGH" userId="62f14ec854ae5da0" providerId="LiveId" clId="{87F00338-0600-49C2-B9FB-8B047CF8579B}" dt="2025-10-31T07:14:50.025" v="1019" actId="20577"/>
      <pc:docMkLst>
        <pc:docMk/>
      </pc:docMkLst>
      <pc:sldChg chg="addSp delSp modSp mod chgLayout">
        <pc:chgData name="AAYUSH SINGH" userId="62f14ec854ae5da0" providerId="LiveId" clId="{87F00338-0600-49C2-B9FB-8B047CF8579B}" dt="2025-10-31T07:14:14.649" v="1010" actId="5793"/>
        <pc:sldMkLst>
          <pc:docMk/>
          <pc:sldMk cId="1045373649" sldId="256"/>
        </pc:sldMkLst>
        <pc:spChg chg="mod ord">
          <ac:chgData name="AAYUSH SINGH" userId="62f14ec854ae5da0" providerId="LiveId" clId="{87F00338-0600-49C2-B9FB-8B047CF8579B}" dt="2025-10-31T06:43:49.646" v="446" actId="1076"/>
          <ac:spMkLst>
            <pc:docMk/>
            <pc:sldMk cId="1045373649" sldId="256"/>
            <ac:spMk id="2" creationId="{5CD099B6-D288-E37C-7557-125F728D5343}"/>
          </ac:spMkLst>
        </pc:spChg>
        <pc:spChg chg="del mod">
          <ac:chgData name="AAYUSH SINGH" userId="62f14ec854ae5da0" providerId="LiveId" clId="{87F00338-0600-49C2-B9FB-8B047CF8579B}" dt="2025-10-31T06:17:27.904" v="305" actId="700"/>
          <ac:spMkLst>
            <pc:docMk/>
            <pc:sldMk cId="1045373649" sldId="256"/>
            <ac:spMk id="3" creationId="{A176B8F8-C126-1338-9E4F-A1383E0821DD}"/>
          </ac:spMkLst>
        </pc:spChg>
        <pc:spChg chg="add mod ord">
          <ac:chgData name="AAYUSH SINGH" userId="62f14ec854ae5da0" providerId="LiveId" clId="{87F00338-0600-49C2-B9FB-8B047CF8579B}" dt="2025-10-31T07:14:14.649" v="1010" actId="5793"/>
          <ac:spMkLst>
            <pc:docMk/>
            <pc:sldMk cId="1045373649" sldId="256"/>
            <ac:spMk id="4" creationId="{C5200EA6-1DDE-EEFB-5199-962A059E1640}"/>
          </ac:spMkLst>
        </pc:spChg>
        <pc:picChg chg="add mod">
          <ac:chgData name="AAYUSH SINGH" userId="62f14ec854ae5da0" providerId="LiveId" clId="{87F00338-0600-49C2-B9FB-8B047CF8579B}" dt="2025-10-31T06:43:11.848" v="441" actId="1076"/>
          <ac:picMkLst>
            <pc:docMk/>
            <pc:sldMk cId="1045373649" sldId="256"/>
            <ac:picMk id="7" creationId="{CE97FA0B-B5ED-063E-7EE7-0B5FABD6887C}"/>
          </ac:picMkLst>
        </pc:picChg>
        <pc:picChg chg="add mod">
          <ac:chgData name="AAYUSH SINGH" userId="62f14ec854ae5da0" providerId="LiveId" clId="{87F00338-0600-49C2-B9FB-8B047CF8579B}" dt="2025-10-31T06:43:39.769" v="445" actId="1076"/>
          <ac:picMkLst>
            <pc:docMk/>
            <pc:sldMk cId="1045373649" sldId="256"/>
            <ac:picMk id="9" creationId="{78B29A0A-E21C-FDA4-A5C8-1C55D4C08AA1}"/>
          </ac:picMkLst>
        </pc:picChg>
      </pc:sldChg>
      <pc:sldChg chg="modSp del mod setBg">
        <pc:chgData name="AAYUSH SINGH" userId="62f14ec854ae5da0" providerId="LiveId" clId="{87F00338-0600-49C2-B9FB-8B047CF8579B}" dt="2025-10-31T06:16:41.881" v="303" actId="2696"/>
        <pc:sldMkLst>
          <pc:docMk/>
          <pc:sldMk cId="1277702358" sldId="257"/>
        </pc:sldMkLst>
        <pc:spChg chg="mod">
          <ac:chgData name="AAYUSH SINGH" userId="62f14ec854ae5da0" providerId="LiveId" clId="{87F00338-0600-49C2-B9FB-8B047CF8579B}" dt="2025-10-30T14:50:18.462" v="41" actId="20577"/>
          <ac:spMkLst>
            <pc:docMk/>
            <pc:sldMk cId="1277702358" sldId="257"/>
            <ac:spMk id="2" creationId="{819326AA-47E8-EF92-2D63-818571C2D98A}"/>
          </ac:spMkLst>
        </pc:spChg>
        <pc:spChg chg="mod">
          <ac:chgData name="AAYUSH SINGH" userId="62f14ec854ae5da0" providerId="LiveId" clId="{87F00338-0600-49C2-B9FB-8B047CF8579B}" dt="2025-10-31T06:10:48.133" v="278" actId="20577"/>
          <ac:spMkLst>
            <pc:docMk/>
            <pc:sldMk cId="1277702358" sldId="257"/>
            <ac:spMk id="3" creationId="{C9E58B5C-CFE0-DDB0-4D26-A46383C2052C}"/>
          </ac:spMkLst>
        </pc:spChg>
      </pc:sldChg>
      <pc:sldChg chg="modSp del mod">
        <pc:chgData name="AAYUSH SINGH" userId="62f14ec854ae5da0" providerId="LiveId" clId="{87F00338-0600-49C2-B9FB-8B047CF8579B}" dt="2025-10-31T06:48:18.097" v="474" actId="2696"/>
        <pc:sldMkLst>
          <pc:docMk/>
          <pc:sldMk cId="596377023" sldId="258"/>
        </pc:sldMkLst>
        <pc:spChg chg="mod">
          <ac:chgData name="AAYUSH SINGH" userId="62f14ec854ae5da0" providerId="LiveId" clId="{87F00338-0600-49C2-B9FB-8B047CF8579B}" dt="2025-10-31T06:42:58.029" v="437"/>
          <ac:spMkLst>
            <pc:docMk/>
            <pc:sldMk cId="596377023" sldId="258"/>
            <ac:spMk id="2" creationId="{9F33CD62-86B4-5ED4-A758-254256F5B82D}"/>
          </ac:spMkLst>
        </pc:spChg>
        <pc:spChg chg="mod">
          <ac:chgData name="AAYUSH SINGH" userId="62f14ec854ae5da0" providerId="LiveId" clId="{87F00338-0600-49C2-B9FB-8B047CF8579B}" dt="2025-10-31T06:44:43.657" v="448" actId="1076"/>
          <ac:spMkLst>
            <pc:docMk/>
            <pc:sldMk cId="596377023" sldId="258"/>
            <ac:spMk id="4" creationId="{A5A88B1C-C358-96E4-E210-C0AB08D820E1}"/>
          </ac:spMkLst>
        </pc:spChg>
      </pc:sldChg>
      <pc:sldChg chg="modSp del mod">
        <pc:chgData name="AAYUSH SINGH" userId="62f14ec854ae5da0" providerId="LiveId" clId="{87F00338-0600-49C2-B9FB-8B047CF8579B}" dt="2025-10-31T06:48:21.241" v="475" actId="2696"/>
        <pc:sldMkLst>
          <pc:docMk/>
          <pc:sldMk cId="2169731883" sldId="259"/>
        </pc:sldMkLst>
        <pc:spChg chg="mod">
          <ac:chgData name="AAYUSH SINGH" userId="62f14ec854ae5da0" providerId="LiveId" clId="{87F00338-0600-49C2-B9FB-8B047CF8579B}" dt="2025-10-31T06:47:46.082" v="473" actId="20577"/>
          <ac:spMkLst>
            <pc:docMk/>
            <pc:sldMk cId="2169731883" sldId="259"/>
            <ac:spMk id="2" creationId="{F916E5DC-03D3-AEA0-D346-ABCE2B27B791}"/>
          </ac:spMkLst>
        </pc:spChg>
        <pc:spChg chg="mod">
          <ac:chgData name="AAYUSH SINGH" userId="62f14ec854ae5da0" providerId="LiveId" clId="{87F00338-0600-49C2-B9FB-8B047CF8579B}" dt="2025-10-31T06:44:53.723" v="449" actId="1076"/>
          <ac:spMkLst>
            <pc:docMk/>
            <pc:sldMk cId="2169731883" sldId="259"/>
            <ac:spMk id="4" creationId="{FCFDF693-2970-8532-434A-83ABCA0D1F44}"/>
          </ac:spMkLst>
        </pc:spChg>
      </pc:sldChg>
      <pc:sldChg chg="modSp del mod">
        <pc:chgData name="AAYUSH SINGH" userId="62f14ec854ae5da0" providerId="LiveId" clId="{87F00338-0600-49C2-B9FB-8B047CF8579B}" dt="2025-10-31T06:17:10.603" v="304" actId="2696"/>
        <pc:sldMkLst>
          <pc:docMk/>
          <pc:sldMk cId="308159966" sldId="260"/>
        </pc:sldMkLst>
        <pc:spChg chg="mod">
          <ac:chgData name="AAYUSH SINGH" userId="62f14ec854ae5da0" providerId="LiveId" clId="{87F00338-0600-49C2-B9FB-8B047CF8579B}" dt="2025-10-30T14:50:27.118" v="45" actId="20577"/>
          <ac:spMkLst>
            <pc:docMk/>
            <pc:sldMk cId="308159966" sldId="260"/>
            <ac:spMk id="2" creationId="{D93EEF4D-491D-2416-05F9-D24530B46811}"/>
          </ac:spMkLst>
        </pc:spChg>
        <pc:spChg chg="mod">
          <ac:chgData name="AAYUSH SINGH" userId="62f14ec854ae5da0" providerId="LiveId" clId="{87F00338-0600-49C2-B9FB-8B047CF8579B}" dt="2025-10-31T05:53:44.549" v="106" actId="20577"/>
          <ac:spMkLst>
            <pc:docMk/>
            <pc:sldMk cId="308159966" sldId="260"/>
            <ac:spMk id="11" creationId="{B536EE24-E7D6-C5BE-E7A8-7A9AA1928D26}"/>
          </ac:spMkLst>
        </pc:spChg>
      </pc:sldChg>
      <pc:sldChg chg="modSp new mod ord">
        <pc:chgData name="AAYUSH SINGH" userId="62f14ec854ae5da0" providerId="LiveId" clId="{87F00338-0600-49C2-B9FB-8B047CF8579B}" dt="2025-10-31T07:09:46.163" v="906" actId="20577"/>
        <pc:sldMkLst>
          <pc:docMk/>
          <pc:sldMk cId="725602847" sldId="260"/>
        </pc:sldMkLst>
        <pc:spChg chg="mod">
          <ac:chgData name="AAYUSH SINGH" userId="62f14ec854ae5da0" providerId="LiveId" clId="{87F00338-0600-49C2-B9FB-8B047CF8579B}" dt="2025-10-31T07:09:46.163" v="906" actId="20577"/>
          <ac:spMkLst>
            <pc:docMk/>
            <pc:sldMk cId="725602847" sldId="260"/>
            <ac:spMk id="2" creationId="{EB26B1A9-D58E-8D9E-8406-46138F28328D}"/>
          </ac:spMkLst>
        </pc:spChg>
        <pc:spChg chg="mod">
          <ac:chgData name="AAYUSH SINGH" userId="62f14ec854ae5da0" providerId="LiveId" clId="{87F00338-0600-49C2-B9FB-8B047CF8579B}" dt="2025-10-31T07:00:23.690" v="694" actId="20577"/>
          <ac:spMkLst>
            <pc:docMk/>
            <pc:sldMk cId="725602847" sldId="260"/>
            <ac:spMk id="3" creationId="{5914DA82-BEB8-D94A-6928-036C5D1E7FB2}"/>
          </ac:spMkLst>
        </pc:spChg>
      </pc:sldChg>
      <pc:sldChg chg="modSp new mod">
        <pc:chgData name="AAYUSH SINGH" userId="62f14ec854ae5da0" providerId="LiveId" clId="{87F00338-0600-49C2-B9FB-8B047CF8579B}" dt="2025-10-31T07:14:50.025" v="1019" actId="20577"/>
        <pc:sldMkLst>
          <pc:docMk/>
          <pc:sldMk cId="560784780" sldId="261"/>
        </pc:sldMkLst>
        <pc:spChg chg="mod">
          <ac:chgData name="AAYUSH SINGH" userId="62f14ec854ae5da0" providerId="LiveId" clId="{87F00338-0600-49C2-B9FB-8B047CF8579B}" dt="2025-10-31T07:14:50.025" v="1019" actId="20577"/>
          <ac:spMkLst>
            <pc:docMk/>
            <pc:sldMk cId="560784780" sldId="261"/>
            <ac:spMk id="2" creationId="{621EF419-57ED-9605-D09C-86694F0C67FF}"/>
          </ac:spMkLst>
        </pc:spChg>
        <pc:spChg chg="mod">
          <ac:chgData name="AAYUSH SINGH" userId="62f14ec854ae5da0" providerId="LiveId" clId="{87F00338-0600-49C2-B9FB-8B047CF8579B}" dt="2025-10-31T07:11:48.165" v="937" actId="20577"/>
          <ac:spMkLst>
            <pc:docMk/>
            <pc:sldMk cId="560784780" sldId="261"/>
            <ac:spMk id="3" creationId="{2B684663-A021-6081-ED0D-F79B546B0C93}"/>
          </ac:spMkLst>
        </pc:spChg>
      </pc:sldChg>
      <pc:sldChg chg="modSp new mod">
        <pc:chgData name="AAYUSH SINGH" userId="62f14ec854ae5da0" providerId="LiveId" clId="{87F00338-0600-49C2-B9FB-8B047CF8579B}" dt="2025-10-31T07:13:21.857" v="1005" actId="14100"/>
        <pc:sldMkLst>
          <pc:docMk/>
          <pc:sldMk cId="785083209" sldId="262"/>
        </pc:sldMkLst>
        <pc:spChg chg="mod">
          <ac:chgData name="AAYUSH SINGH" userId="62f14ec854ae5da0" providerId="LiveId" clId="{87F00338-0600-49C2-B9FB-8B047CF8579B}" dt="2025-10-31T07:08:59.263" v="884" actId="115"/>
          <ac:spMkLst>
            <pc:docMk/>
            <pc:sldMk cId="785083209" sldId="262"/>
            <ac:spMk id="2" creationId="{52F476A7-F654-5127-7394-01F1E4E79EDA}"/>
          </ac:spMkLst>
        </pc:spChg>
        <pc:spChg chg="mod">
          <ac:chgData name="AAYUSH SINGH" userId="62f14ec854ae5da0" providerId="LiveId" clId="{87F00338-0600-49C2-B9FB-8B047CF8579B}" dt="2025-10-31T07:13:21.857" v="1005" actId="14100"/>
          <ac:spMkLst>
            <pc:docMk/>
            <pc:sldMk cId="785083209" sldId="262"/>
            <ac:spMk id="3" creationId="{5A913BF5-B255-21A9-7383-F805631E865D}"/>
          </ac:spMkLst>
        </pc:spChg>
      </pc:sldChg>
      <pc:sldChg chg="addSp modSp new mod">
        <pc:chgData name="AAYUSH SINGH" userId="62f14ec854ae5da0" providerId="LiveId" clId="{87F00338-0600-49C2-B9FB-8B047CF8579B}" dt="2025-10-31T07:10:38.694" v="922" actId="20577"/>
        <pc:sldMkLst>
          <pc:docMk/>
          <pc:sldMk cId="1697108415" sldId="263"/>
        </pc:sldMkLst>
        <pc:spChg chg="mod">
          <ac:chgData name="AAYUSH SINGH" userId="62f14ec854ae5da0" providerId="LiveId" clId="{87F00338-0600-49C2-B9FB-8B047CF8579B}" dt="2025-10-31T07:10:38.694" v="922" actId="20577"/>
          <ac:spMkLst>
            <pc:docMk/>
            <pc:sldMk cId="1697108415" sldId="263"/>
            <ac:spMk id="2" creationId="{C453B991-13A9-AC4A-13AF-75F7C41DDFF2}"/>
          </ac:spMkLst>
        </pc:spChg>
        <pc:spChg chg="mod ord">
          <ac:chgData name="AAYUSH SINGH" userId="62f14ec854ae5da0" providerId="LiveId" clId="{87F00338-0600-49C2-B9FB-8B047CF8579B}" dt="2025-10-31T07:06:00.484" v="794" actId="166"/>
          <ac:spMkLst>
            <pc:docMk/>
            <pc:sldMk cId="1697108415" sldId="263"/>
            <ac:spMk id="3" creationId="{31E06B25-7D6A-33C1-44FE-8F2B80E83F9C}"/>
          </ac:spMkLst>
        </pc:spChg>
        <pc:picChg chg="add mod ord modCrop">
          <ac:chgData name="AAYUSH SINGH" userId="62f14ec854ae5da0" providerId="LiveId" clId="{87F00338-0600-49C2-B9FB-8B047CF8579B}" dt="2025-10-31T07:06:49.982" v="797" actId="1076"/>
          <ac:picMkLst>
            <pc:docMk/>
            <pc:sldMk cId="1697108415" sldId="263"/>
            <ac:picMk id="5" creationId="{1F25A3C2-738A-9925-7FD9-985D14BF57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98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41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52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0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10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82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13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18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60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976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84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19622-4AE7-47DD-B147-4B006D12FFB1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21CE5D0-7161-4415-AF07-275A8B7D0B4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06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99B6-D288-E37C-7557-125F728D5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920" y="662472"/>
            <a:ext cx="8291653" cy="2766528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lgerian" panose="04020705040A02060702" pitchFamily="82" charset="0"/>
              </a:rPr>
              <a:t>			</a:t>
            </a:r>
            <a:br>
              <a:rPr lang="en-IN" sz="4800" dirty="0">
                <a:latin typeface="Algerian" panose="04020705040A02060702" pitchFamily="82" charset="0"/>
              </a:rPr>
            </a:br>
            <a:r>
              <a:rPr lang="en-IN" sz="4800" dirty="0">
                <a:latin typeface="Algerian" panose="04020705040A02060702" pitchFamily="82" charset="0"/>
              </a:rPr>
              <a:t>Classification Of emails using machine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5200EA6-1DDE-EEFB-5199-962A059E1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394" y="4227294"/>
            <a:ext cx="6329732" cy="550333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latin typeface="Bahnschrift" panose="020B0502040204020203" pitchFamily="34" charset="0"/>
              </a:rPr>
              <a:t>The Topic classification of emails using machine learning is a practical application that ties together concepts from all four units.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7" name="Picture 6" descr="A finger pointing at a computer screen&#10;&#10;AI-generated content may be incorrect.">
            <a:extLst>
              <a:ext uri="{FF2B5EF4-FFF2-40B4-BE49-F238E27FC236}">
                <a16:creationId xmlns:a16="http://schemas.microsoft.com/office/drawing/2014/main" id="{CE97FA0B-B5ED-063E-7EE7-0B5FABD68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765" y="3635758"/>
            <a:ext cx="3669616" cy="2387600"/>
          </a:xfrm>
          <a:prstGeom prst="rect">
            <a:avLst/>
          </a:prstGeom>
        </p:spPr>
      </p:pic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78B29A0A-E21C-FDA4-A5C8-1C55D4C08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53" y="333078"/>
            <a:ext cx="8351520" cy="12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7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B1A9-D58E-8D9E-8406-46138F28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434180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Unit 1</a:t>
            </a:r>
            <a:r>
              <a:rPr lang="en-IN" b="1" dirty="0"/>
              <a:t>: Introduction to Artificial 		  	     Intelligence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DA82-BEB8-D94A-6928-036C5D1E7F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147" y="1483415"/>
            <a:ext cx="10394707" cy="19455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	</a:t>
            </a:r>
            <a:r>
              <a:rPr lang="en-US" sz="2400" b="1" u="sng" dirty="0"/>
              <a:t>Connection</a:t>
            </a:r>
            <a:r>
              <a:rPr lang="en-US" sz="2400" dirty="0"/>
              <a:t>: Email topic classification is an AI application because it 	mimics human-like decision-making — deciding whether an email belongs 	to “Work,” “Personal,” “Promotions,” etc.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 	</a:t>
            </a:r>
            <a:r>
              <a:rPr lang="en-US" sz="2400" b="1" u="sng" dirty="0"/>
              <a:t>Concepts involved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	AI</a:t>
            </a:r>
            <a:r>
              <a:rPr lang="en-US" sz="2400" b="1" u="sng" dirty="0"/>
              <a:t> </a:t>
            </a:r>
            <a:r>
              <a:rPr lang="en-US" sz="2400" dirty="0"/>
              <a:t>definition: building systems that perceive, reason, and act.</a:t>
            </a:r>
          </a:p>
          <a:p>
            <a:pPr marL="0" indent="0">
              <a:buNone/>
            </a:pPr>
            <a:r>
              <a:rPr lang="en-US" sz="2400" dirty="0"/>
              <a:t> 	Email classification is an example of narrow AI (specialized task).</a:t>
            </a:r>
          </a:p>
          <a:p>
            <a:pPr marL="0" indent="0">
              <a:buNone/>
            </a:pPr>
            <a:r>
              <a:rPr lang="en-US" sz="2400" dirty="0"/>
              <a:t> 	It demonstrates how AI impacts real-world domains like communication 	and productivity.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560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F419-57ED-9605-D09C-86694F0C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98119"/>
            <a:ext cx="9603275" cy="1049235"/>
          </a:xfrm>
        </p:spPr>
        <p:txBody>
          <a:bodyPr/>
          <a:lstStyle/>
          <a:p>
            <a:r>
              <a:rPr lang="en-IN" b="1" u="sng" dirty="0"/>
              <a:t>Unit 2</a:t>
            </a:r>
            <a:r>
              <a:rPr lang="en-IN" b="1" dirty="0"/>
              <a:t>: Intelligent Agent and </a:t>
            </a:r>
            <a:r>
              <a:rPr lang="en-IN" b="1"/>
              <a:t>Problem 	      Solving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4663-A021-6081-ED0D-F79B546B0C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147" y="1693058"/>
            <a:ext cx="10394707" cy="331118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 	</a:t>
            </a:r>
            <a:r>
              <a:rPr lang="en-US" b="1" u="sng" dirty="0"/>
              <a:t>Connection</a:t>
            </a:r>
            <a:r>
              <a:rPr lang="en-US" dirty="0"/>
              <a:t>: The classifier can be seen as an intelligent agent.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	</a:t>
            </a:r>
            <a:r>
              <a:rPr lang="en-US" b="1" u="sng" dirty="0"/>
              <a:t>Agent perspective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</a:t>
            </a:r>
            <a:r>
              <a:rPr lang="en-US" u="sng" dirty="0"/>
              <a:t>Perception</a:t>
            </a:r>
            <a:r>
              <a:rPr lang="en-US" dirty="0"/>
              <a:t>: Reads the text of the email.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</a:t>
            </a:r>
            <a:r>
              <a:rPr lang="en-US" u="sng" dirty="0"/>
              <a:t>Reasoning</a:t>
            </a:r>
            <a:r>
              <a:rPr lang="en-US" dirty="0"/>
              <a:t>: Uses algorithms to decide the most likely topic.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</a:t>
            </a:r>
            <a:r>
              <a:rPr lang="en-US" u="sng" dirty="0"/>
              <a:t>Action</a:t>
            </a:r>
            <a:r>
              <a:rPr lang="en-US" dirty="0"/>
              <a:t>: Assigns the email to a folder or label.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	</a:t>
            </a:r>
            <a:r>
              <a:rPr lang="en-US" b="1" u="sng" dirty="0"/>
              <a:t>Problem-solving aspect</a:t>
            </a:r>
            <a:r>
              <a:rPr lang="en-US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The problem is “Given an email, determine its topic.”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The solution involves searching through possible categories and 				 selecting the best one.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	             • 	This aligns with the agent problem-solving cycle.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78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76A7-F654-5127-7394-01F1E4E7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Unit 3</a:t>
            </a:r>
            <a:r>
              <a:rPr lang="en-US" b="1" dirty="0"/>
              <a:t>: Knowledge Representation 		      and Inference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3BF5-B255-21A9-7383-F805631E86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69393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 	</a:t>
            </a:r>
            <a:r>
              <a:rPr lang="en-US" sz="1800" b="1" u="sng" dirty="0"/>
              <a:t>Connection</a:t>
            </a:r>
            <a:r>
              <a:rPr lang="en-US" sz="1800" dirty="0"/>
              <a:t>: To classify emails, the system must represent knowledge about language and 			       topics.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	</a:t>
            </a:r>
            <a:r>
              <a:rPr lang="en-US" sz="1800" b="1" dirty="0"/>
              <a:t>Examples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	           • 	Bag-of-Words / TF-IDF: Representing text as numerical features.</a:t>
            </a:r>
          </a:p>
          <a:p>
            <a:pPr marL="0" indent="0">
              <a:buNone/>
            </a:pPr>
            <a:r>
              <a:rPr lang="en-US" sz="1800" dirty="0"/>
              <a:t>	           • 	Semantic embeddings (Word2Vec, BERT): Capturing meaning of words and context.</a:t>
            </a:r>
          </a:p>
          <a:p>
            <a:pPr marL="0" indent="0">
              <a:buNone/>
            </a:pPr>
            <a:r>
              <a:rPr lang="en-US" sz="1800" dirty="0"/>
              <a:t>	           • 	Inference: The system infers the most probable topic from these representations.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	</a:t>
            </a:r>
            <a:r>
              <a:rPr lang="en-US" sz="1800" b="1" u="sng" dirty="0"/>
              <a:t>Relation to AI theory</a:t>
            </a:r>
            <a:r>
              <a:rPr lang="en-US" sz="1800" dirty="0"/>
              <a:t>: Shows how symbolic representation (keywords, rules) and statistical 				        representation (vectors, embeddings) both play roles in modern AI.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8508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B991-13A9-AC4A-13AF-75F7C41D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Unit 4</a:t>
            </a:r>
            <a:r>
              <a:rPr lang="en-US" b="1" dirty="0"/>
              <a:t>: Introduction to Machine 			       Learning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5A3C2-738A-9925-7FD9-985D14BF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18" b="14789"/>
          <a:stretch>
            <a:fillRect/>
          </a:stretch>
        </p:blipFill>
        <p:spPr>
          <a:xfrm>
            <a:off x="8094134" y="1388534"/>
            <a:ext cx="3877733" cy="1574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6B25-7D6A-33C1-44FE-8F2B80E83F9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	</a:t>
            </a:r>
            <a:r>
              <a:rPr lang="en-US" b="1" u="sng" dirty="0"/>
              <a:t>Connection</a:t>
            </a:r>
            <a:r>
              <a:rPr lang="en-US" dirty="0"/>
              <a:t>: This is the core engine of email classification.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	</a:t>
            </a:r>
            <a:r>
              <a:rPr lang="en-US" b="1" u="sng" dirty="0"/>
              <a:t>ML techniques used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           • 	</a:t>
            </a:r>
            <a:r>
              <a:rPr lang="en-US" u="sng" dirty="0"/>
              <a:t>Supervised learning</a:t>
            </a:r>
            <a:r>
              <a:rPr lang="en-US" dirty="0"/>
              <a:t>: Training on labeled emails (e.g., “Work,” “Spam,” “Social”).</a:t>
            </a:r>
          </a:p>
          <a:p>
            <a:pPr marL="0" indent="0">
              <a:buNone/>
            </a:pPr>
            <a:r>
              <a:rPr lang="en-US" dirty="0"/>
              <a:t>	           • 	</a:t>
            </a:r>
            <a:r>
              <a:rPr lang="en-US" u="sng" dirty="0"/>
              <a:t>Algorithms</a:t>
            </a:r>
            <a:r>
              <a:rPr lang="en-US" dirty="0"/>
              <a:t>: Naïve Bayes, Logistic Regression, SVM, Decision Trees, or Deep Learning 		models like LSTMs and Transformers.</a:t>
            </a:r>
          </a:p>
          <a:p>
            <a:pPr marL="0" indent="0">
              <a:buNone/>
            </a:pPr>
            <a:r>
              <a:rPr lang="en-US" dirty="0"/>
              <a:t>	           • 	</a:t>
            </a:r>
            <a:r>
              <a:rPr lang="en-US" u="sng" dirty="0"/>
              <a:t>Evaluation</a:t>
            </a:r>
            <a:r>
              <a:rPr lang="en-US" dirty="0"/>
              <a:t>: Accuracy, precision, recall, F1-score to measure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	</a:t>
            </a:r>
            <a:r>
              <a:rPr lang="en-US" b="1" u="sng" dirty="0"/>
              <a:t>Practical outcome</a:t>
            </a:r>
            <a:r>
              <a:rPr lang="en-US" dirty="0"/>
              <a:t>: The ML model generalizes from training data to classify unseen emails.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10841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129</TotalTime>
  <Words>486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Bahnschrift</vt:lpstr>
      <vt:lpstr>Gill Sans MT</vt:lpstr>
      <vt:lpstr>Wingdings</vt:lpstr>
      <vt:lpstr>Gallery</vt:lpstr>
      <vt:lpstr>    Classification Of emails using machine learning</vt:lpstr>
      <vt:lpstr>Unit 1: Introduction to Artificial           Intelligence </vt:lpstr>
      <vt:lpstr>Unit 2: Intelligent Agent and Problem        Solving</vt:lpstr>
      <vt:lpstr>Unit 3: Knowledge Representation         and Inference</vt:lpstr>
      <vt:lpstr>Unit 4: Introduction to Machine          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SINGH</dc:creator>
  <cp:lastModifiedBy>AAYUSH SINGH</cp:lastModifiedBy>
  <cp:revision>1</cp:revision>
  <dcterms:created xsi:type="dcterms:W3CDTF">2025-10-30T14:15:02Z</dcterms:created>
  <dcterms:modified xsi:type="dcterms:W3CDTF">2025-10-31T07:14:55Z</dcterms:modified>
</cp:coreProperties>
</file>